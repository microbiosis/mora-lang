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Master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<Relationship Id="rIdMaster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Theme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Hello from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Second slide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Mora Fixture Builder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Slides</dc:title>
  <dc:creator>Mora Test Author</dc:creator>
  <dc:subject>v0.28 fixture</dc:subject>
  <dc:description>Hand-rolled two-slide PPTX for PptxBackend tests</dc:description>
  <cp:keywords>fixture; pptx; v0.28</cp:keywords>
  <dcterms:created xsi:type="dcterms:W3CDTF">2026-07-01T00:00:00Z</dcterms:created>
  <dcterms:modified xsi:type="dcterms:W3CDTF">2026-07-01T00:00:00Z</dcterms:modified>
</cp:coreProperties>
</file>